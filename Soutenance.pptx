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801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0B981"/>
                </a:solidFill>
                <a:latin typeface="Trebuchet MS"/>
              </a:rPr>
              <a:t>SOUTENANCE — PROJET PRO / PERSO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Trebuchet MS"/>
              </a:rPr>
              <a:t>Deux expériences de développement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CBD5E1"/>
                </a:solidFill>
                <a:latin typeface="Calibri"/>
              </a:rPr>
              <a:t>Le séquenceur de musique électronique  ·  la plateforme web « Je Demain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0B981"/>
                </a:solidFill>
                <a:latin typeface="Calibri"/>
              </a:rPr>
              <a:t>[ Votre prénom et nom ]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9CA3AF"/>
                </a:solidFill>
                <a:latin typeface="Calibri"/>
              </a:rPr>
              <a:t>Licence 3 SDN – EDN – FGES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12647"/>
            <a:ext cx="201168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1F2937"/>
                </a:solidFill>
                <a:latin typeface="Trebuchet MS"/>
              </a:rPr>
              <a:t>Deux expériences complémentaires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874519"/>
            <a:ext cx="4983480" cy="2743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19" y="2148840"/>
            <a:ext cx="43891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4F46E5"/>
                </a:solidFill>
                <a:latin typeface="Trebuchet MS"/>
              </a:rPr>
              <a:t>Le Séquenceur — en autonomie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Projet personnel, réalisé seul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Maîtrise technique et architecture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Organisation sur la durée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874519"/>
            <a:ext cx="4983480" cy="2743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2148840"/>
            <a:ext cx="43891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10B981"/>
                </a:solidFill>
                <a:latin typeface="Trebuchet MS"/>
              </a:rPr>
              <a:t>Je Demain — en binôme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Projet d’équipe, commanditaire réelle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Tutrice sans bagage informatique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Communication et recueil du besoin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937760"/>
            <a:ext cx="104241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1F2937"/>
                </a:solidFill>
                <a:latin typeface="Calibri"/>
              </a:rPr>
              <a:t>→ Le profil visé : livrer seul un produit technique exigeant ET savoir dialoguer avec un client et une équipe.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12647"/>
            <a:ext cx="201168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1F2937"/>
                </a:solidFill>
                <a:latin typeface="Trebuchet MS"/>
              </a:rPr>
              <a:t>Déroulé de la présentation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2194560"/>
            <a:ext cx="640080" cy="64008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800"/>
              </a:spcAft>
            </a:pPr>
            <a:r>
              <a:rPr sz="2200" b="1" i="0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230428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1F2937"/>
                </a:solidFill>
                <a:latin typeface="Calibri"/>
              </a:rPr>
              <a:t>Le Séquenceur — présentation et démonstration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3337560"/>
            <a:ext cx="640080" cy="64008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800"/>
              </a:spcAft>
            </a:pPr>
            <a:r>
              <a:rPr sz="2200" b="1" i="0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344728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1F2937"/>
                </a:solidFill>
                <a:latin typeface="Calibri"/>
              </a:rPr>
              <a:t>Je Demain — présentation et démonstration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4480560"/>
            <a:ext cx="640080" cy="64008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800"/>
              </a:spcAft>
            </a:pPr>
            <a:r>
              <a:rPr sz="2200" b="1" i="0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459028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1F2937"/>
                </a:solidFill>
                <a:latin typeface="Calibri"/>
              </a:rPr>
              <a:t>Bilan de synthèse et conclusion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12647"/>
            <a:ext cx="201168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1F2937"/>
                </a:solidFill>
                <a:latin typeface="Trebuchet MS"/>
              </a:rPr>
              <a:t>Le Séquenceur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6B7280"/>
                </a:solidFill>
                <a:latin typeface="Calibri"/>
              </a:rPr>
              <a:t>Boîte à rythmes logicielle, développée en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965960"/>
            <a:ext cx="10424160" cy="4251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•  Programmer un rythme sur une grille qui tourne en boucle, appliquer des effets en temps réel, exporter en WAV</a:t>
            </a:r>
          </a:p>
          <a:p>
            <a:pPr algn="l">
              <a:spcAft>
                <a:spcPts val="130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•  Défi : jouer plusieurs sons sans coupure → addition des signaux avec la bibliothèque NumPy</a:t>
            </a:r>
          </a:p>
          <a:p>
            <a:pPr algn="l">
              <a:spcAft>
                <a:spcPts val="130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•  Sauvegarde des grilles, effet d’écho, filtre passe-bas progressif, grille étendue de 16 à 64 temps</a:t>
            </a:r>
          </a:p>
          <a:p>
            <a:pPr algn="l">
              <a:spcAft>
                <a:spcPts val="130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•  Architecture nettoyée selon le principe de responsabilité unique (code lisible et maintenable)</a:t>
            </a:r>
          </a:p>
          <a:p>
            <a:pPr algn="l">
              <a:spcAft>
                <a:spcPts val="130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•  Bilan : cahier des charges rempli, projet mené seul de A à 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" y="2377440"/>
            <a:ext cx="1097280" cy="10972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240280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 i="0">
                <a:solidFill>
                  <a:srgbClr val="FFFFFF"/>
                </a:solidFill>
                <a:latin typeface="Trebuchet MS"/>
              </a:rPr>
              <a:t>Démonstration</a:t>
            </a:r>
          </a:p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10B981"/>
                </a:solidFill>
                <a:latin typeface="Calibri"/>
              </a:rPr>
              <a:t>Le Séquenceur  —  2 à 3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931920"/>
            <a:ext cx="87782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CBD5E1"/>
                </a:solidFill>
                <a:latin typeface="Calibri"/>
              </a:rPr>
              <a:t>•  Créer un motif (kick, caisse claire, charleston)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CBD5E1"/>
                </a:solidFill>
                <a:latin typeface="Calibri"/>
              </a:rPr>
              <a:t>•  Lecture en boucle et variation du tempo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CBD5E1"/>
                </a:solidFill>
                <a:latin typeface="Calibri"/>
              </a:rPr>
              <a:t>•  Écho puis filtre en direct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CBD5E1"/>
                </a:solidFill>
                <a:latin typeface="Calibri"/>
              </a:rPr>
              <a:t>•  Export du morceau en WAV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12647"/>
            <a:ext cx="201168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1F2937"/>
                </a:solidFill>
                <a:latin typeface="Trebuchet MS"/>
              </a:rPr>
              <a:t>Je Demain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6B7280"/>
                </a:solidFill>
                <a:latin typeface="Calibri"/>
              </a:rPr>
              <a:t>Plateforme web d’entraide autour du handicap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965960"/>
            <a:ext cx="10424160" cy="4251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</a:rPr>
              <a:t>•  Met en relation des besoins du quotidien, des « makers » et des solutions accessibles (souvent imprimées en 3D)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</a:rPr>
              <a:t>•  En binôme, pour une commanditaire non-technique → véritable posture de relation client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</a:rPr>
              <a:t>•  Développée avec Symfony et MySQL, à partir d’un MCD, de cas d’usage et de maquettes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</a:rPr>
              <a:t>•  Comptes &amp; rôles (RGPD) · besoins &amp; mise en relation · solutions + fichiers + commentaires modérés · annuaire FabLabs (API + carte) · administration &amp; modération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</a:rPr>
              <a:t>•  Bilan : ensemble cohérent et sécurisé ; apport en communication et travail d’équipe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" y="2377440"/>
            <a:ext cx="1097280" cy="10972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240280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 i="0">
                <a:solidFill>
                  <a:srgbClr val="FFFFFF"/>
                </a:solidFill>
                <a:latin typeface="Trebuchet MS"/>
              </a:rPr>
              <a:t>Démonstration</a:t>
            </a:r>
          </a:p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10B981"/>
                </a:solidFill>
                <a:latin typeface="Calibri"/>
              </a:rPr>
              <a:t>Je Demain  —  2 à 3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931920"/>
            <a:ext cx="87782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CBD5E1"/>
                </a:solidFill>
                <a:latin typeface="Calibri"/>
              </a:rPr>
              <a:t>•  Inscription / connexion et rôles (consentement)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CBD5E1"/>
                </a:solidFill>
                <a:latin typeface="Calibri"/>
              </a:rPr>
              <a:t>•  Déposer un besoin puis se proposer comme maker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CBD5E1"/>
                </a:solidFill>
                <a:latin typeface="Calibri"/>
              </a:rPr>
              <a:t>•  Une solution avec fichier et commentaire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CBD5E1"/>
                </a:solidFill>
                <a:latin typeface="Calibri"/>
              </a:rPr>
              <a:t>•  Carte des FabLabs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CBD5E1"/>
                </a:solidFill>
                <a:latin typeface="Calibri"/>
              </a:rPr>
              <a:t>•  Signaler un contenu, puis le modérer côté admin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12647"/>
            <a:ext cx="201168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1F2937"/>
                </a:solidFill>
                <a:latin typeface="Trebuchet MS"/>
              </a:rPr>
              <a:t>Bilan de synthèse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965960"/>
            <a:ext cx="10424160" cy="4251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5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•  Le séquenceur : la capacité à livrer seul un produit technique exigeant</a:t>
            </a:r>
          </a:p>
          <a:p>
            <a:pPr algn="l">
              <a:spcAft>
                <a:spcPts val="15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•  Je Demain : la capacité à travailler en équipe et à dialoguer avec un commanditaire</a:t>
            </a:r>
          </a:p>
          <a:p>
            <a:pPr algn="l">
              <a:spcAft>
                <a:spcPts val="15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•  Ensemble, un cycle complet : comprendre un besoin → modéliser → développer → sécuriser → améliorer</a:t>
            </a:r>
          </a:p>
          <a:p>
            <a:pPr algn="l">
              <a:spcAft>
                <a:spcPts val="15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•  Une double compétence, technique et relationnelle, qui constitue le socle de mon projet professionnel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56032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1" i="0">
                <a:solidFill>
                  <a:srgbClr val="FFFFFF"/>
                </a:solidFill>
                <a:latin typeface="Trebuchet MS"/>
              </a:rPr>
              <a:t>Merci de votre attention</a:t>
            </a:r>
          </a:p>
          <a:p>
            <a:pPr algn="ctr">
              <a:spcAft>
                <a:spcPts val="800"/>
              </a:spcAft>
            </a:pPr>
            <a:r>
              <a:rPr sz="2000" b="1" i="0">
                <a:solidFill>
                  <a:srgbClr val="10B981"/>
                </a:solidFill>
                <a:latin typeface="Calibri"/>
              </a:rPr>
              <a:t>Place aux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